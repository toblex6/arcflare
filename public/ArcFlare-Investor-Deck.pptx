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yourself briefly: 'I'm Oyalade, building ArcFlare — the payment infrastructure for the agentic economy on Arc.' Let the slide breathe — don't read it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Paint the pain clearly. Most developers building on Arc today have to rebuild payment infrastructure from scratch every time. AI agents are even worse off — they literally can't pay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breadth. ArcFlare is not one feature — it's a complete payment operating system. Emphasise that all 6 primitives are live on Arc Testnet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strongest slide. Show the live product. Open arcflare-gateway.onrender.com during your pitch if possible. The numbers are real — not projected.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we don't wrap Circle — we build on top of it. Every payment primitive depends on Circle infrastructure. This is a deep integration, not a surface-level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Arc's sub-second finality is the key differentiator. Streaming payments and nanopayments are only viable because Arc confirms in under a second. This can't be replicated on Ethereum mainnet.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ArcFlare is infrastructure — revenue compounds as more merchants and agents transact. The key metric is total volume settled. Even 1% fee on $10M monthly volume = $100K MRR.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phase is already done. We're not asking you to bet on a plan — we're asking you to back what's already built and fund the next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Render deploy URL and the ArcScan transaction links if asked. Every item on this slide has a real transaction hash backing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 about what the grant buys. The most important use is the smart contract audit — without it we cannot go to mainnet safely. Everything else accelerates developer adoption.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Founders who ship solo are underrated. Every feature in this deck was built by one person in weeks. The question is not 'can they build it' — it already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strong. Invite them to open arcflare-gateway.onrender.com right now. Let them click through the checkout. Real product, real transactions, real Arc.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INVESTOR BRIEF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3749040" y="731520"/>
            <a:ext cx="1645920" cy="1645920"/>
          </a:xfrm>
          <a:prstGeom prst="ellipse">
            <a:avLst/>
          </a:prstGeom>
          <a:solidFill>
            <a:srgbClr val="1A1410"/>
          </a:solidFill>
          <a:ln w="25400">
            <a:solidFill>
              <a:srgbClr val="C897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749040" y="7772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ARCFLARE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Payment Infrastructure and Agentic Finance Layer on Arc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749040"/>
            <a:ext cx="2743200" cy="27432"/>
          </a:xfrm>
          <a:prstGeom prst="rect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9319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 — Live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39319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CCTP V2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39319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Agents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39319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Payment Primitives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Oyalade Temitope — Founder &amp; CEO  |  tobilade12@gmail.com  |  Lagos, Nigeria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arcflare-gateway.onrender.com  |  github.com/Toblex6/ArcFlare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economy has no payment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Merchants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56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" y="1847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USDC checkout on Arc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04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32688" y="2395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cross-chain bridging required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297180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953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32688" y="2944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payment logic from scratch every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352044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502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32688" y="3493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webhook notifications on settlement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406908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050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32688" y="4041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day fiat settlement delays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2801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AI Agents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56048" y="187452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856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30368" y="1847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cannot own wallets natively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56048" y="242316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404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30368" y="2395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M2M payment standard exists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56048" y="297180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953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30368" y="2944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escrow funds autonomously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56048" y="352044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502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30368" y="3493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per-API-call billing infrastructure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56048" y="406908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4050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30368" y="4041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Machine-to-machine commerce is blocked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ArcFlare — Stripe for the agentic economy on Arc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14356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Checkout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USDC payment links via one API call. Webhooks fire on every settlement.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67328" y="14356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M2M Auto-Settlement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pay agents in 2 API calls. Zero human involvement. Fully autonomous.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01968" y="14356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CCTP V2 Cross-Chain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 USDC from Arbitrum, Base, Ethereum → Arc via Circle Iris V2 API.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Trustless Escrow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ArcFlareEscrow.sol locks USDC until both parties confirm. No middleman.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67328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Payments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657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drips per second via ArcFlareStream.sol. Real-time on Arc L1.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7220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01968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Nanopayments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657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Per-API-call billing. Batches auto-settle via CCTP V2 at threshold.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on Arc Testnet. Not a whitepaper.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167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Agent Deploy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SCA + ERC-8004 identity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1847088"/>
            <a:ext cx="0" cy="137160"/>
          </a:xfrm>
          <a:prstGeom prst="line">
            <a:avLst/>
          </a:prstGeom>
          <a:noFill/>
          <a:ln w="19050">
            <a:solidFill>
              <a:srgbClr val="C897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84248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208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Initialize Payment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768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/api/payments/initialize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2551176"/>
            <a:ext cx="0" cy="137160"/>
          </a:xfrm>
          <a:prstGeom prst="line">
            <a:avLst/>
          </a:prstGeom>
          <a:noFill/>
          <a:ln w="19050">
            <a:solidFill>
              <a:srgbClr val="C897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88336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24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Checkout Page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809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UI with real agent identity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94560" y="3255264"/>
            <a:ext cx="0" cy="137160"/>
          </a:xfrm>
          <a:prstGeom prst="line">
            <a:avLst/>
          </a:prstGeom>
          <a:noFill/>
          <a:ln w="19050">
            <a:solidFill>
              <a:srgbClr val="C897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92424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A1410"/>
          </a:solidFill>
          <a:ln w="19050">
            <a:solidFill>
              <a:srgbClr val="C897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Settle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85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M2M_AUTO_SETTLE in 2 API calls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3959352"/>
            <a:ext cx="0" cy="137160"/>
          </a:xfrm>
          <a:prstGeom prst="line">
            <a:avLst/>
          </a:prstGeom>
          <a:noFill/>
          <a:ln w="19050">
            <a:solidFill>
              <a:srgbClr val="C897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096512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33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Webhook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to merchant instantly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28016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131673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172200" y="13350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Deployed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1591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ArcFlareEscrow + ArcFlareStream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24028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227685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172200" y="2295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Live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551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healthy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20040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83480" y="32369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172200" y="32552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Primitives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511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Escrow, Stream, Nano, M2M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416052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83480" y="41970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6172200" y="42153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Products Integrated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44714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CCTP V2, Wallets, SCA, Iris, Webhooks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top of Circle's full infrastructure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89888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0D2E20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234440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CCTP V2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61848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USDC routing from Arbitrum, Base, Ethereum → Arc L1 via Circle Iris V2 attestation API. Auto-routing on burn detection.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39696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0D2E20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2344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Programmable Wallets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36829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wallet sets provision SCA wallets for every AI agent on ARC-TESTNET. Agents sign and execute contract calls autonomously.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89504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0D2E20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895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2344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Contract Accounts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11810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ERC-8004 agent gets a real Circle SCA wallet. Used for USDC approvals, stream creation, escrow funding, and nanopayment settlement.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29584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3931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0D2E20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3931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234440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 API V2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386791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polling at iris-api-sandbox.circle.com/v2. Auto-submits to Arc MessageTransmitterV2 on COMPLETE status.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79392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389120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0D2E20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3891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34440" y="4352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 Infrastructure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461772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V2 webhooks received and auto-routed. Signature verification enforced in production. Fires settlement events to merchants.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Arc's architecture unlocks payment primitives impossible on other chains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Finality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streaming payments at second-level granularity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5042002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1460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24871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 — full Circle CCTP V2 support, domain 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500ms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Windows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4871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for nanopayment batching at sub-second intervals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ERC-8004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24871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onchain identity standard for AI agents on Arc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8412480" cy="1508760"/>
          </a:xfrm>
          <a:prstGeom prst="roundRect">
            <a:avLst>
              <a:gd name="adj" fmla="val 4848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only works on Arc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67328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73989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 payment confirmation for merchants and agents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986784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9593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payments viable at second-level granularity — unique to Arc's finality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17880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Nanopayments economically feasible — Arc's gas efficiency keeps micro-tx costs low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425696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39826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USDC from Arbitrum, Base, Ethereum lands on Arc automatically via CCTP V2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645152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6177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provides native onchain agent identity — Circle SCA wallets provision on Arc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charges — like Stripe, but for programmable commerce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Fees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0.1–0.5% fee on every USDC payment settled through ArcFlare checkout and settle endpoints.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68112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Subscription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developer tiers — Free, Pro, Enterprise — for access to higher rate limits, priority settlement, and dedicated support.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78992" y="3364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Provisioning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fee per agent deployed. Agents with Circle SCA wallets and ERC-8004 identity charged on creation.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🏦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68112" y="3364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C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 Fees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794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0.25% of escrow value on creation. Additional fee on dispute resolution. Zero fee on standard release.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testnet to the payment layer for Arc's agentic economy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7589520" cy="36576"/>
          </a:xfrm>
          <a:prstGeom prst="rect">
            <a:avLst/>
          </a:prstGeom>
          <a:solidFill>
            <a:srgbClr val="2D2015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365760" cy="365760"/>
          </a:xfrm>
          <a:prstGeom prst="ellipse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0D7C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578608"/>
            <a:ext cx="118872" cy="118872"/>
          </a:xfrm>
          <a:prstGeom prst="ellipse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420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payment primitives live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" y="3108960"/>
            <a:ext cx="118872" cy="118872"/>
          </a:xfrm>
          <a:prstGeom prst="ellipse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0723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CCTP V2 + SCA + ERC-8004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" y="3639312"/>
            <a:ext cx="118872" cy="118872"/>
          </a:xfrm>
          <a:prstGeom prst="ellipse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60273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complete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" y="4169664"/>
            <a:ext cx="118872" cy="118872"/>
          </a:xfrm>
          <a:prstGeom prst="ellipse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1330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API routes deployed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63240" y="1920240"/>
            <a:ext cx="365760" cy="365760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417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Launch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24231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79192" y="2578608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62072" y="25420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Mainnet contracts deployed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79192" y="3108960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62072" y="30723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Circle APIs live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79192" y="3639312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62072" y="360273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merchants onboarded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79192" y="4169664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62072" y="41330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v1.0 released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12080" y="1920240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417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Platform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4231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2578608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25420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API key signup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28032" y="3108960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30723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developer documentation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28032" y="3639312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0912" y="360273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 launch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28032" y="4169664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41330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$10K+ monthly volume target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60920" y="1920240"/>
            <a:ext cx="365760" cy="3657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1417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12280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12280" y="24231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76872" y="2578608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59752" y="25420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Multi-chain expansion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76872" y="310896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9752" y="30723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merchant accounts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76872" y="3639312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9752" y="360273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KYB layer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76872" y="4169664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9752" y="41330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$1M+ monthly volume target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infrastructure. Live transactions. Verified attestations.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REDEEMED_AND_MINTED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CCTP V2 Status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cross-chain settlement confirmed on Arc Testnet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13258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417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 Settlement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22860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payments settling autonomously end to end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417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routes live, rate-limited, and Zod-validated in production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12280" y="13258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417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22860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ArcFlareEscrow + ArcFlareStream deployed and tested on Arc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8412480" cy="1828800"/>
          </a:xfrm>
          <a:prstGeom prst="roundRect">
            <a:avLst>
              <a:gd name="adj" fmla="val 4000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Milestones Completed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456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Circle CCTP V2 attestation polling via Iris API V2 — fully integrated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3456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Circle SCA wallet provisioning on ARC-TESTNET — agents get real wallets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758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ERC-8004 identity registration on Arc — every agent has an onchain identity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3758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ArcFlareEscrow.sol at 0x24DAB3fB3Fe6A17c2e9c57F3c1D5d15CBcF5800F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059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ArcFlareStream.sol at 0xc9BbeDFb142b6306c34838a39521c894F3dbc872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4059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Week 1 security hardening — rate limiting, Zod validation, webhook signatures, idempotency keys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361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Stream create → stop → withdraw — end-to-end confirmed working on Arc Testnet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4361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Nanopayments — 10 × 0.0001 USDC → batch settled in one tx confirmed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Seeking Circle 2026 Cohort 2 Grant to fund mainnet launch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62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 Mainnet Deployment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63677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audit, mainnet deployment, gas funding, and RPC infrastructure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06640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93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Tools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36829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v1.0 npm package, full documentation site, API key self-service signup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06640" y="2103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25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 Onboarding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0998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merchants integrated, agent marketplace MVP, community building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0664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831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scaling, Upstash Redis, Sentry monitoring, production Circle API access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288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Compliance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56285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Incorporation, Terms of Service, basic compliance framework for stablecoin payments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06640" y="4297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 who ships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1371600"/>
            <a:ext cx="4572000" cy="2011680"/>
          </a:xfrm>
          <a:prstGeom prst="roundRect">
            <a:avLst>
              <a:gd name="adj" fmla="val 4545"/>
            </a:avLst>
          </a:prstGeom>
          <a:solidFill>
            <a:srgbClr val="1A1410"/>
          </a:solidFill>
          <a:ln w="19050">
            <a:solidFill>
              <a:srgbClr val="C897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0" y="1508760"/>
            <a:ext cx="1463040" cy="1463040"/>
          </a:xfrm>
          <a:prstGeom prst="ellipse">
            <a:avLst/>
          </a:prstGeom>
          <a:solidFill>
            <a:srgbClr val="251C12"/>
          </a:solidFill>
          <a:ln w="25400">
            <a:solidFill>
              <a:srgbClr val="C89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5087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377440" y="3017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Oyalade Temitope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77440" y="33375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— ArcFlare | Lagos, Nigeria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75888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6484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all 5 payment primitives solo — checkout, escrow, streaming, nanopayments, M2M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995928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3968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5 Circle products: CCTP V2, Programmable Wallets, SCA, Iris API, Webhooks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315968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42885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2 smart contracts on Arc Testnet — ERC-8004 + CCTP V2 integrations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636008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6085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Circle 2026 Cohort 2 Grant with a live, working product demo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457200"/>
            <a:ext cx="2194560" cy="2194560"/>
          </a:xfrm>
          <a:prstGeom prst="ellipse">
            <a:avLst/>
          </a:prstGeom>
          <a:solidFill>
            <a:srgbClr val="1A1410"/>
          </a:solidFill>
          <a:ln w="25400">
            <a:solidFill>
              <a:srgbClr val="C897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74720" y="5029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ArcFlare is not a whitepaper.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running infrastructure.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767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Arc Mainnet launches, the payment layer is ready.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425196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2702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448056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Oyalade Temitope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425196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42702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50592" y="448056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tobilade12@gmail.com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425196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42702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26864" y="448056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arcflare-gateway.onrender.com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425196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42702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03136" y="448056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github.com/Toblex6/ArcFlare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ArcFlare — Investor Deck</dc:title>
  <dc:subject>PptxGenJS Presentation</dc:subject>
  <dc:creator>Oyalade Temitope</dc:creator>
  <cp:lastModifiedBy>Oyalade Temitope</cp:lastModifiedBy>
  <cp:revision>1</cp:revision>
  <dcterms:created xsi:type="dcterms:W3CDTF">2026-06-11T13:18:39Z</dcterms:created>
  <dcterms:modified xsi:type="dcterms:W3CDTF">2026-06-11T13:18:39Z</dcterms:modified>
</cp:coreProperties>
</file>